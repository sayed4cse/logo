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60" y="128588"/>
            <a:ext cx="5053012" cy="9016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643562" y="0"/>
            <a:ext cx="6548755" cy="1030605"/>
          </a:xfrm>
          <a:custGeom>
            <a:avLst/>
            <a:gdLst/>
            <a:ahLst/>
            <a:cxnLst/>
            <a:rect l="l" t="t" r="r" b="b"/>
            <a:pathLst>
              <a:path w="6548755" h="1030605">
                <a:moveTo>
                  <a:pt x="6548436" y="1030287"/>
                </a:moveTo>
                <a:lnTo>
                  <a:pt x="0" y="1030287"/>
                </a:lnTo>
                <a:lnTo>
                  <a:pt x="0" y="0"/>
                </a:lnTo>
                <a:lnTo>
                  <a:pt x="6548436" y="0"/>
                </a:lnTo>
                <a:lnTo>
                  <a:pt x="6548436" y="1030287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8" y="5743571"/>
            <a:ext cx="1153280" cy="97790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361950"/>
          </a:xfrm>
          <a:custGeom>
            <a:avLst/>
            <a:gdLst/>
            <a:ahLst/>
            <a:cxnLst/>
            <a:rect l="l" t="t" r="r" b="b"/>
            <a:pathLst>
              <a:path w="12192000" h="361950">
                <a:moveTo>
                  <a:pt x="12191999" y="361951"/>
                </a:moveTo>
                <a:lnTo>
                  <a:pt x="0" y="36195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1951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Final</a:t>
            </a:r>
            <a:r>
              <a:rPr spc="-145" dirty="0"/>
              <a:t> </a:t>
            </a:r>
            <a:r>
              <a:rPr spc="-45" dirty="0"/>
              <a:t>Year</a:t>
            </a:r>
            <a:r>
              <a:rPr spc="-55" dirty="0"/>
              <a:t> </a:t>
            </a:r>
            <a:r>
              <a:rPr spc="-10" dirty="0"/>
              <a:t>Defense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3437" y="2751138"/>
            <a:ext cx="4073525" cy="513080"/>
          </a:xfrm>
          <a:prstGeom prst="rect">
            <a:avLst/>
          </a:prstGeom>
          <a:solidFill>
            <a:srgbClr val="7030A0"/>
          </a:solidFill>
          <a:ln w="3175">
            <a:solidFill>
              <a:srgbClr val="7030A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53490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Presented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00" y="2757488"/>
            <a:ext cx="4060825" cy="542925"/>
          </a:xfrm>
          <a:prstGeom prst="rect">
            <a:avLst/>
          </a:prstGeom>
          <a:solidFill>
            <a:srgbClr val="7030A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Supervised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487" y="5743571"/>
            <a:ext cx="10577830" cy="612775"/>
          </a:xfrm>
          <a:prstGeom prst="rect">
            <a:avLst/>
          </a:prstGeom>
          <a:solidFill>
            <a:srgbClr val="7030A0"/>
          </a:solidFill>
        </p:spPr>
        <p:txBody>
          <a:bodyPr vert="horz" wrap="square" lIns="0" tIns="111125" rIns="0" bIns="0" rtlCol="0">
            <a:spAutoFit/>
          </a:bodyPr>
          <a:lstStyle/>
          <a:p>
            <a:pPr marR="80645" algn="r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24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Defense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860" y="3108932"/>
            <a:ext cx="2670278" cy="6401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Office Theme</vt:lpstr>
      <vt:lpstr>Final Year Defense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Defense Template.pptx</dc:title>
  <dc:creator>cse</dc:creator>
  <cp:lastModifiedBy>cse</cp:lastModifiedBy>
  <cp:revision>1</cp:revision>
  <dcterms:created xsi:type="dcterms:W3CDTF">2025-05-22T10:40:12Z</dcterms:created>
  <dcterms:modified xsi:type="dcterms:W3CDTF">2025-09-16T09:23:20Z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2025-05-22T00:00:00Z</vt:filetime>
  </property>
</Properties>
</file>